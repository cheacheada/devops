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7c5faf9132d4122" /><Relationship Type="http://schemas.openxmlformats.org/officeDocument/2006/relationships/extended-properties" Target="/docProps/app.xml" Id="R0cfba373c387412a" /><Relationship Type="http://schemas.openxmlformats.org/officeDocument/2006/relationships/officeDocument" Target="/ppt/presentation.xml" Id="R2d04030711cd4cc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31d874c54354ee6"/>
  </p:sldMasterIdLst>
  <p:notesMasterIdLst>
    <p:notesMasterId xmlns:r="http://schemas.openxmlformats.org/officeDocument/2006/relationships" r:id="Rc9992994e7764937"/>
  </p:notesMasterIdLst>
  <p:sldIdLst>
    <p:sldId xmlns:r="http://schemas.openxmlformats.org/officeDocument/2006/relationships" id="256" r:id="R18b793e610bd42f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3de5a21f0b34033" /><Relationship Type="http://schemas.openxmlformats.org/officeDocument/2006/relationships/slideMaster" Target="/ppt/slideMasters/slideMaster1.xml" Id="Rc31d874c54354ee6" /><Relationship Type="http://schemas.openxmlformats.org/officeDocument/2006/relationships/notesMaster" Target="/ppt/notesMasters/notesMaster1.xml" Id="Rc9992994e7764937" /><Relationship Type="http://schemas.openxmlformats.org/officeDocument/2006/relationships/presProps" Target="/ppt/presProps.xml" Id="R24693ecece4242c8" /><Relationship Type="http://schemas.openxmlformats.org/officeDocument/2006/relationships/tableStyles" Target="/ppt/tableStyles.xml" Id="Rec232d3c063a4129" /><Relationship Type="http://schemas.openxmlformats.org/officeDocument/2006/relationships/slide" Target="/ppt/slides/slide1.xml" Id="R18b793e610bd42f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75605d9d58544e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d244af5c37e41f9" /><Relationship Type="http://schemas.openxmlformats.org/officeDocument/2006/relationships/notesMaster" Target="/ppt/notesMasters/notesMaster1.xml" Id="Rd65457fe1a304fb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공개 저장소 https://github.com/cheacheada/DevOps</a:t>
            </a:r>
          </a:p>
          <a:p xmlns:a="http://schemas.openxmlformats.org/drawingml/2006/main">
            <a:r>
              <a:t>Issue https://github.com/cheacheada/DevOps/issues/4</a:t>
            </a:r>
          </a:p>
          <a:p xmlns:a="http://schemas.openxmlformats.org/drawingml/2006/main">
            <a:r>
              <a:t>검증 원문 evidence/recovery.txt. 실제 브랜치 준비 이후 Issue에 목표를 명시했다. 이 장은 협업 흐름을 개념 순서로 정리한다. Merge와 Issue 종료는 원격 최종 기록으로 확인한다. 수업 5주차.pdf의 Issue-Branch-PR-Merge 흐름을 참고했다.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f8a67ee4fe4c7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27b40516e044d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7a026126964bf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87a402d5a6473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3f02febb1044b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af586831c44f4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C7183EA-6137-4010-9DFE-9BFC000DE8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1B40ED3-51E9-4D78-B1F9-103A08E5850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874FB40-A7F0-4682-AE68-1ED7523B25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5BCA370-BE91-4A6E-8D80-A44A95150A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0DA7E89-5C4E-4E31-B27A-398000B0C13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B468A2E-589C-4791-A10D-9F20F11E96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AA2BAD7-CAE6-4A7D-BB29-9AA9C32389E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1FA2711-D344-455A-9A50-31838C3E279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EF8CA1E-71D2-461A-B3F3-18BE1083A9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7B84731-488B-4B30-9D3F-D1BB957A9AB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cec3dd8fcc14e34" /><Relationship Type="http://schemas.openxmlformats.org/officeDocument/2006/relationships/slideLayout" Target="/ppt/slideLayouts/slideLayout1.xml" Id="R88916501c244417b" /><Relationship Type="http://schemas.openxmlformats.org/officeDocument/2006/relationships/slideLayout" Target="/ppt/slideLayouts/slideLayout2.xml" Id="R9f8047921f9a4c7e" /><Relationship Type="http://schemas.openxmlformats.org/officeDocument/2006/relationships/slideLayout" Target="/ppt/slideLayouts/slideLayout3.xml" Id="R57b88212f04e464e" /><Relationship Type="http://schemas.openxmlformats.org/officeDocument/2006/relationships/slideLayout" Target="/ppt/slideLayouts/slideLayout4.xml" Id="R01d99ef2755f46c4" /><Relationship Type="http://schemas.openxmlformats.org/officeDocument/2006/relationships/slideLayout" Target="/ppt/slideLayouts/slideLayout5.xml" Id="R5908cddeb6004f35" /><Relationship Type="http://schemas.openxmlformats.org/officeDocument/2006/relationships/slideLayout" Target="/ppt/slideLayouts/slideLayout6.xml" Id="R15cd5b85e339418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8916501c244417b"/>
    <p:sldLayoutId xmlns:r="http://schemas.openxmlformats.org/officeDocument/2006/relationships" id="2147483650" r:id="R9f8047921f9a4c7e"/>
    <p:sldLayoutId xmlns:r="http://schemas.openxmlformats.org/officeDocument/2006/relationships" id="2147483651" r:id="R57b88212f04e464e"/>
    <p:sldLayoutId xmlns:r="http://schemas.openxmlformats.org/officeDocument/2006/relationships" id="2147483652" r:id="R01d99ef2755f46c4"/>
    <p:sldLayoutId xmlns:r="http://schemas.openxmlformats.org/officeDocument/2006/relationships" id="2147483653" r:id="R5908cddeb6004f35"/>
    <p:sldLayoutId xmlns:r="http://schemas.openxmlformats.org/officeDocument/2006/relationships" id="2147483654" r:id="R15cd5b85e339418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ae2e7e75cf46f4" /><Relationship Type="http://schemas.openxmlformats.org/officeDocument/2006/relationships/notesSlide" Target="/ppt/notesSlides/notesSlide1.xml" Id="R0f74eb8edce5412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D09ACC-8A76-41FB-A805-47B0802AA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Issue부터 Merge까지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85AB5A-5519-4041-9ADF-7CA5263D4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57275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내가 해결할 문제를 기록하고, 검증한 변경을 main에 합치는 과정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A70DFC-7EA7-44B5-A09C-63D6C56C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28800"/>
            <a:ext cx="5238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054A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054A6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054A6"/>
                </a:solidFill>
                <a:latin typeface="Malgun Gothic"/>
                <a:ea typeface="Malgun Gothic"/>
                <a:cs typeface="Malgun Gothic"/>
              </a:rPr>
              <a:t>01  Issue로 목표 정리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C6282A-EFEB-4FBC-9250-F9AAECB34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86000"/>
            <a:ext cx="5238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web 하나를 멈춰도 다시 3개가 되도록</a:t>
            </a:r>
          </a:p>
          <a:p xmlns:a="http://schemas.openxmlformats.org/drawingml/2006/main">
            <a:pPr>
              <a:defRPr sz="180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문제와 완료 조건을 Issue #4에 적었다.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B20E8D-2B33-41E9-9919-0A6F060E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28800"/>
            <a:ext cx="5238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054A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054A6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054A6"/>
                </a:solidFill>
                <a:latin typeface="Malgun Gothic"/>
                <a:ea typeface="Malgun Gothic"/>
                <a:cs typeface="Malgun Gothic"/>
              </a:rPr>
              <a:t>02  작업 브랜치 준비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EF5F13-900A-4B04-823A-BDBA9C743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86000"/>
            <a:ext cx="5238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main에서 별도 브랜치를 만들었다.</a:t>
            </a:r>
          </a:p>
          <a:p xmlns:a="http://schemas.openxmlformats.org/drawingml/2006/main">
            <a:pPr>
              <a:defRPr sz="180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midterm/linux-compose-20261023에서 작업했다.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CF3860-ADCD-4FFA-B1AA-71ED0DB4C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67075"/>
            <a:ext cx="5238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054A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054A6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054A6"/>
                </a:solidFill>
                <a:latin typeface="Malgun Gothic"/>
                <a:ea typeface="Malgun Gothic"/>
                <a:cs typeface="Malgun Gothic"/>
              </a:rPr>
              <a:t>03  코드 수정과 Commit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6A741F-4029-4D23-933D-6C71B150F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24275"/>
            <a:ext cx="5238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Compose와 Bash 감시 스크립트를 작성했다.</a:t>
            </a:r>
          </a:p>
          <a:p xmlns:a="http://schemas.openxmlformats.org/drawingml/2006/main">
            <a:pPr>
              <a:defRPr sz="180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변경 내용을 확인하고 commit으로 묶었다.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8E99AB-4803-47D9-AD1A-DDF8FF847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67075"/>
            <a:ext cx="5238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054A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054A6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054A6"/>
                </a:solidFill>
                <a:latin typeface="Malgun Gothic"/>
                <a:ea typeface="Malgun Gothic"/>
                <a:cs typeface="Malgun Gothic"/>
              </a:rPr>
              <a:t>04  Linux에서 검증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B734E3-8ED6-4966-97DF-CE67BFC6B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24275"/>
            <a:ext cx="5238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web을 중지해 2개가 된 것을 확인했다.</a:t>
            </a:r>
          </a:p>
          <a:p xmlns:a="http://schemas.openxmlformats.org/drawingml/2006/main">
            <a:pPr>
              <a:defRPr sz="180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감시기 실행 후 3개로 복구되는지 확인했다.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828072-EE73-4906-8EFB-C9114BD54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05350"/>
            <a:ext cx="5238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054A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054A6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054A6"/>
                </a:solidFill>
                <a:latin typeface="Malgun Gothic"/>
                <a:ea typeface="Malgun Gothic"/>
                <a:cs typeface="Malgun Gothic"/>
              </a:rPr>
              <a:t>05  Pull Request로 비교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0566C9-5111-4A65-921C-7DDD9CE3F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62550"/>
            <a:ext cx="5238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브랜치를 push하고 PR에서 main과 비교했다.</a:t>
            </a:r>
          </a:p>
          <a:p xmlns:a="http://schemas.openxmlformats.org/drawingml/2006/main">
            <a:pPr>
              <a:defRPr sz="180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검증 결과와 한계를 적고 Closes #4로 연결했다.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705F9E-A29B-4B76-BA7A-450349F61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705350"/>
            <a:ext cx="5238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054A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054A6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054A6"/>
                </a:solidFill>
                <a:latin typeface="Malgun Gothic"/>
                <a:ea typeface="Malgun Gothic"/>
                <a:cs typeface="Malgun Gothic"/>
              </a:rPr>
              <a:t>06  Merge 후 최종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6FCF1D-5FA6-4C13-BF00-876FB310C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162550"/>
            <a:ext cx="5238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PR을 main에 합친 뒤 파일과 기록을 확인했다.</a:t>
            </a:r>
          </a:p>
          <a:p xmlns:a="http://schemas.openxmlformats.org/drawingml/2006/main">
            <a:pPr>
              <a:defRPr sz="180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Issue 종료와 공개 README 링크도 확인했다.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4BE528-401F-421B-9EAB-2543382A9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15075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2657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2657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2657D"/>
                </a:solidFill>
                <a:latin typeface="Malgun Gothic"/>
                <a:ea typeface="Malgun Gothic"/>
                <a:cs typeface="Malgun Gothic"/>
              </a:rPr>
              <a:t>사례: cheacheada/DevOps  ·  Issue #4  ·  Linux Compose 복구 실습</a:t>
            </a:r>
          </a:p>
        </p:txBody>
      </p:sp>
    </p:spTree>
    <p:extLst>
      <p:ext uri="{BB962C8B-B14F-4D97-AF65-F5344CB8AC3E}">
        <p14:creationId xmlns:p14="http://schemas.microsoft.com/office/powerpoint/2010/main" val="14799285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2026-10-23T03:27:36.3310000Z</dcterms:created>
  <dcterms:modified xsi:type="dcterms:W3CDTF">2026-10-23T03:27:36.3310000Z</dcterms:modified>
</coreProperties>
</file>